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3DD30A-AD8D-4E82-929F-913EFCA181EC}" v="45" dt="2025-09-29T13:47:44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iwe Hlatana" userId="78549685e50325e4" providerId="LiveId" clId="{F9C599BC-B6F3-416D-9FDE-A0D3BD37E5FC}"/>
    <pc:docChg chg="undo custSel addSld delSld modSld">
      <pc:chgData name="Iviwe Hlatana" userId="78549685e50325e4" providerId="LiveId" clId="{F9C599BC-B6F3-416D-9FDE-A0D3BD37E5FC}" dt="2025-09-29T13:47:44.151" v="1155"/>
      <pc:docMkLst>
        <pc:docMk/>
      </pc:docMkLst>
      <pc:sldChg chg="addSp delSp modSp new mod setBg addAnim delAnim setClrOvrMap delDesignElem">
        <pc:chgData name="Iviwe Hlatana" userId="78549685e50325e4" providerId="LiveId" clId="{F9C599BC-B6F3-416D-9FDE-A0D3BD37E5FC}" dt="2025-09-29T13:47:44.151" v="1155"/>
        <pc:sldMkLst>
          <pc:docMk/>
          <pc:sldMk cId="3946835859" sldId="256"/>
        </pc:sldMkLst>
        <pc:spChg chg="mod">
          <ac:chgData name="Iviwe Hlatana" userId="78549685e50325e4" providerId="LiveId" clId="{F9C599BC-B6F3-416D-9FDE-A0D3BD37E5FC}" dt="2025-09-29T11:28:35.908" v="36" actId="26606"/>
          <ac:spMkLst>
            <pc:docMk/>
            <pc:sldMk cId="3946835859" sldId="256"/>
            <ac:spMk id="2" creationId="{BF8A44F4-C666-6B8E-784E-92DE295CC27E}"/>
          </ac:spMkLst>
        </pc:spChg>
        <pc:spChg chg="mod">
          <ac:chgData name="Iviwe Hlatana" userId="78549685e50325e4" providerId="LiveId" clId="{F9C599BC-B6F3-416D-9FDE-A0D3BD37E5FC}" dt="2025-09-29T13:47:44.151" v="1155"/>
          <ac:spMkLst>
            <pc:docMk/>
            <pc:sldMk cId="3946835859" sldId="256"/>
            <ac:spMk id="3" creationId="{52E639FE-9B72-D570-FCF7-2DA66B52936F}"/>
          </ac:spMkLst>
        </pc:spChg>
        <pc:spChg chg="add del">
          <ac:chgData name="Iviwe Hlatana" userId="78549685e50325e4" providerId="LiveId" clId="{F9C599BC-B6F3-416D-9FDE-A0D3BD37E5FC}" dt="2025-09-29T11:28:35.811" v="35" actId="26606"/>
          <ac:spMkLst>
            <pc:docMk/>
            <pc:sldMk cId="3946835859" sldId="256"/>
            <ac:spMk id="7" creationId="{E770CA6A-B3B0-4826-A91F-B2B1F8922026}"/>
          </ac:spMkLst>
        </pc:spChg>
        <pc:spChg chg="add del">
          <ac:chgData name="Iviwe Hlatana" userId="78549685e50325e4" providerId="LiveId" clId="{F9C599BC-B6F3-416D-9FDE-A0D3BD37E5FC}" dt="2025-09-29T11:28:19.261" v="32"/>
          <ac:spMkLst>
            <pc:docMk/>
            <pc:sldMk cId="3946835859" sldId="256"/>
            <ac:spMk id="12" creationId="{9CD9ACDE-8038-488C-AB0C-5FD1A373C8CD}"/>
          </ac:spMkLst>
        </pc:spChg>
        <pc:spChg chg="add del">
          <ac:chgData name="Iviwe Hlatana" userId="78549685e50325e4" providerId="LiveId" clId="{F9C599BC-B6F3-416D-9FDE-A0D3BD37E5FC}" dt="2025-09-29T11:28:19.261" v="32"/>
          <ac:spMkLst>
            <pc:docMk/>
            <pc:sldMk cId="3946835859" sldId="256"/>
            <ac:spMk id="14" creationId="{DA6C2449-5F66-4753-AAA3-4AD81E57A0E5}"/>
          </ac:spMkLst>
        </pc:spChg>
        <pc:spChg chg="add">
          <ac:chgData name="Iviwe Hlatana" userId="78549685e50325e4" providerId="LiveId" clId="{F9C599BC-B6F3-416D-9FDE-A0D3BD37E5FC}" dt="2025-09-29T11:28:35.908" v="36" actId="26606"/>
          <ac:spMkLst>
            <pc:docMk/>
            <pc:sldMk cId="3946835859" sldId="256"/>
            <ac:spMk id="17" creationId="{50496C6C-A85F-426B-9ED1-3444166CE4E1}"/>
          </ac:spMkLst>
        </pc:spChg>
        <pc:picChg chg="add del">
          <ac:chgData name="Iviwe Hlatana" userId="78549685e50325e4" providerId="LiveId" clId="{F9C599BC-B6F3-416D-9FDE-A0D3BD37E5FC}" dt="2025-09-29T11:28:35.811" v="35" actId="26606"/>
          <ac:picMkLst>
            <pc:docMk/>
            <pc:sldMk cId="3946835859" sldId="256"/>
            <ac:picMk id="5" creationId="{9A22DDE2-FB2D-421B-B377-F9AD495CE9BB}"/>
          </ac:picMkLst>
        </pc:picChg>
        <pc:picChg chg="add del">
          <ac:chgData name="Iviwe Hlatana" userId="78549685e50325e4" providerId="LiveId" clId="{F9C599BC-B6F3-416D-9FDE-A0D3BD37E5FC}" dt="2025-09-29T11:28:35.811" v="35" actId="26606"/>
          <ac:picMkLst>
            <pc:docMk/>
            <pc:sldMk cId="3946835859" sldId="256"/>
            <ac:picMk id="6" creationId="{A995140B-9736-47E4-9A7D-ABB32F3AAA80}"/>
          </ac:picMkLst>
        </pc:picChg>
        <pc:picChg chg="add del">
          <ac:chgData name="Iviwe Hlatana" userId="78549685e50325e4" providerId="LiveId" clId="{F9C599BC-B6F3-416D-9FDE-A0D3BD37E5FC}" dt="2025-09-29T11:28:19.261" v="32"/>
          <ac:picMkLst>
            <pc:docMk/>
            <pc:sldMk cId="3946835859" sldId="256"/>
            <ac:picMk id="8" creationId="{9A22DDE2-FB2D-421B-B377-F9AD495CE9BB}"/>
          </ac:picMkLst>
        </pc:picChg>
        <pc:picChg chg="add del">
          <ac:chgData name="Iviwe Hlatana" userId="78549685e50325e4" providerId="LiveId" clId="{F9C599BC-B6F3-416D-9FDE-A0D3BD37E5FC}" dt="2025-09-29T11:28:35.811" v="35" actId="26606"/>
          <ac:picMkLst>
            <pc:docMk/>
            <pc:sldMk cId="3946835859" sldId="256"/>
            <ac:picMk id="9" creationId="{3C51B9DA-B0CC-480A-8EA5-4D5C3E0515B9}"/>
          </ac:picMkLst>
        </pc:picChg>
        <pc:picChg chg="add del">
          <ac:chgData name="Iviwe Hlatana" userId="78549685e50325e4" providerId="LiveId" clId="{F9C599BC-B6F3-416D-9FDE-A0D3BD37E5FC}" dt="2025-09-29T11:28:19.261" v="32"/>
          <ac:picMkLst>
            <pc:docMk/>
            <pc:sldMk cId="3946835859" sldId="256"/>
            <ac:picMk id="10" creationId="{A995140B-9736-47E4-9A7D-ABB32F3AAA80}"/>
          </ac:picMkLst>
        </pc:picChg>
        <pc:picChg chg="add">
          <ac:chgData name="Iviwe Hlatana" userId="78549685e50325e4" providerId="LiveId" clId="{F9C599BC-B6F3-416D-9FDE-A0D3BD37E5FC}" dt="2025-09-29T11:28:35.908" v="36" actId="26606"/>
          <ac:picMkLst>
            <pc:docMk/>
            <pc:sldMk cId="3946835859" sldId="256"/>
            <ac:picMk id="13" creationId="{9A22DDE2-FB2D-421B-B377-F9AD495CE9BB}"/>
          </ac:picMkLst>
        </pc:picChg>
        <pc:picChg chg="add">
          <ac:chgData name="Iviwe Hlatana" userId="78549685e50325e4" providerId="LiveId" clId="{F9C599BC-B6F3-416D-9FDE-A0D3BD37E5FC}" dt="2025-09-29T11:28:35.908" v="36" actId="26606"/>
          <ac:picMkLst>
            <pc:docMk/>
            <pc:sldMk cId="3946835859" sldId="256"/>
            <ac:picMk id="15" creationId="{A995140B-9736-47E4-9A7D-ABB32F3AAA80}"/>
          </ac:picMkLst>
        </pc:picChg>
        <pc:picChg chg="add del">
          <ac:chgData name="Iviwe Hlatana" userId="78549685e50325e4" providerId="LiveId" clId="{F9C599BC-B6F3-416D-9FDE-A0D3BD37E5FC}" dt="2025-09-29T11:28:19.261" v="32"/>
          <ac:picMkLst>
            <pc:docMk/>
            <pc:sldMk cId="3946835859" sldId="256"/>
            <ac:picMk id="16" creationId="{A57D80F0-E0CE-4DCF-A32A-DB7CE736472A}"/>
          </ac:picMkLst>
        </pc:picChg>
        <pc:picChg chg="add">
          <ac:chgData name="Iviwe Hlatana" userId="78549685e50325e4" providerId="LiveId" clId="{F9C599BC-B6F3-416D-9FDE-A0D3BD37E5FC}" dt="2025-09-29T11:28:35.908" v="36" actId="26606"/>
          <ac:picMkLst>
            <pc:docMk/>
            <pc:sldMk cId="3946835859" sldId="256"/>
            <ac:picMk id="19" creationId="{D912EF34-0253-41FD-9940-D8FBB7DE74B1}"/>
          </ac:picMkLst>
        </pc:picChg>
        <pc:cxnChg chg="add del">
          <ac:chgData name="Iviwe Hlatana" userId="78549685e50325e4" providerId="LiveId" clId="{F9C599BC-B6F3-416D-9FDE-A0D3BD37E5FC}" dt="2025-09-29T11:28:35.811" v="35" actId="26606"/>
          <ac:cxnSpMkLst>
            <pc:docMk/>
            <pc:sldMk cId="3946835859" sldId="256"/>
            <ac:cxnSpMk id="11" creationId="{6FE641DB-A503-41DE-ACA6-36B41C6C2BE9}"/>
          </ac:cxnSpMkLst>
        </pc:cxnChg>
        <pc:cxnChg chg="add">
          <ac:chgData name="Iviwe Hlatana" userId="78549685e50325e4" providerId="LiveId" clId="{F9C599BC-B6F3-416D-9FDE-A0D3BD37E5FC}" dt="2025-09-29T11:28:35.908" v="36" actId="26606"/>
          <ac:cxnSpMkLst>
            <pc:docMk/>
            <pc:sldMk cId="3946835859" sldId="256"/>
            <ac:cxnSpMk id="18" creationId="{AD0EF22F-5D3C-4240-8C32-1B20803E5A89}"/>
          </ac:cxnSpMkLst>
        </pc:cxnChg>
      </pc:sldChg>
      <pc:sldChg chg="modSp new mod">
        <pc:chgData name="Iviwe Hlatana" userId="78549685e50325e4" providerId="LiveId" clId="{F9C599BC-B6F3-416D-9FDE-A0D3BD37E5FC}" dt="2025-09-29T11:42:27.043" v="306" actId="12"/>
        <pc:sldMkLst>
          <pc:docMk/>
          <pc:sldMk cId="3695250801" sldId="257"/>
        </pc:sldMkLst>
        <pc:spChg chg="mod">
          <ac:chgData name="Iviwe Hlatana" userId="78549685e50325e4" providerId="LiveId" clId="{F9C599BC-B6F3-416D-9FDE-A0D3BD37E5FC}" dt="2025-09-29T11:32:54.344" v="104" actId="122"/>
          <ac:spMkLst>
            <pc:docMk/>
            <pc:sldMk cId="3695250801" sldId="257"/>
            <ac:spMk id="2" creationId="{2D2F8CFD-8FBD-CC13-42FD-E397B02856A4}"/>
          </ac:spMkLst>
        </pc:spChg>
        <pc:spChg chg="mod">
          <ac:chgData name="Iviwe Hlatana" userId="78549685e50325e4" providerId="LiveId" clId="{F9C599BC-B6F3-416D-9FDE-A0D3BD37E5FC}" dt="2025-09-29T11:42:27.043" v="306" actId="12"/>
          <ac:spMkLst>
            <pc:docMk/>
            <pc:sldMk cId="3695250801" sldId="257"/>
            <ac:spMk id="3" creationId="{8461D449-3C6D-C384-46E4-B1684179F1C6}"/>
          </ac:spMkLst>
        </pc:spChg>
      </pc:sldChg>
      <pc:sldChg chg="addSp delSp modSp new del mod">
        <pc:chgData name="Iviwe Hlatana" userId="78549685e50325e4" providerId="LiveId" clId="{F9C599BC-B6F3-416D-9FDE-A0D3BD37E5FC}" dt="2025-09-29T11:44:31.806" v="317" actId="2696"/>
        <pc:sldMkLst>
          <pc:docMk/>
          <pc:sldMk cId="1888171400" sldId="258"/>
        </pc:sldMkLst>
        <pc:spChg chg="mod">
          <ac:chgData name="Iviwe Hlatana" userId="78549685e50325e4" providerId="LiveId" clId="{F9C599BC-B6F3-416D-9FDE-A0D3BD37E5FC}" dt="2025-09-29T11:36:58.596" v="295" actId="122"/>
          <ac:spMkLst>
            <pc:docMk/>
            <pc:sldMk cId="1888171400" sldId="258"/>
            <ac:spMk id="2" creationId="{65F48C4A-BEF6-8804-60D3-D09769D89351}"/>
          </ac:spMkLst>
        </pc:spChg>
        <pc:spChg chg="del">
          <ac:chgData name="Iviwe Hlatana" userId="78549685e50325e4" providerId="LiveId" clId="{F9C599BC-B6F3-416D-9FDE-A0D3BD37E5FC}" dt="2025-09-29T11:41:02.004" v="296" actId="931"/>
          <ac:spMkLst>
            <pc:docMk/>
            <pc:sldMk cId="1888171400" sldId="258"/>
            <ac:spMk id="3" creationId="{100890AE-A6CB-292F-3DDA-9708756F82C5}"/>
          </ac:spMkLst>
        </pc:spChg>
        <pc:spChg chg="add del mod">
          <ac:chgData name="Iviwe Hlatana" userId="78549685e50325e4" providerId="LiveId" clId="{F9C599BC-B6F3-416D-9FDE-A0D3BD37E5FC}" dt="2025-09-29T11:43:01.408" v="308"/>
          <ac:spMkLst>
            <pc:docMk/>
            <pc:sldMk cId="1888171400" sldId="258"/>
            <ac:spMk id="7" creationId="{637F5994-FC3F-4D6C-E934-EB4C8B822BFC}"/>
          </ac:spMkLst>
        </pc:spChg>
        <pc:spChg chg="add mod">
          <ac:chgData name="Iviwe Hlatana" userId="78549685e50325e4" providerId="LiveId" clId="{F9C599BC-B6F3-416D-9FDE-A0D3BD37E5FC}" dt="2025-09-29T11:43:01.408" v="308"/>
          <ac:spMkLst>
            <pc:docMk/>
            <pc:sldMk cId="1888171400" sldId="258"/>
            <ac:spMk id="8" creationId="{42520F0B-BA53-B54B-66FA-40F7BBE106F9}"/>
          </ac:spMkLst>
        </pc:spChg>
        <pc:picChg chg="add del mod">
          <ac:chgData name="Iviwe Hlatana" userId="78549685e50325e4" providerId="LiveId" clId="{F9C599BC-B6F3-416D-9FDE-A0D3BD37E5FC}" dt="2025-09-29T11:42:37.680" v="307" actId="478"/>
          <ac:picMkLst>
            <pc:docMk/>
            <pc:sldMk cId="1888171400" sldId="258"/>
            <ac:picMk id="5" creationId="{8C1562FF-FA6E-E878-0DBA-34D02B701897}"/>
          </ac:picMkLst>
        </pc:picChg>
      </pc:sldChg>
      <pc:sldChg chg="addSp delSp modSp new mod">
        <pc:chgData name="Iviwe Hlatana" userId="78549685e50325e4" providerId="LiveId" clId="{F9C599BC-B6F3-416D-9FDE-A0D3BD37E5FC}" dt="2025-09-29T11:46:25.713" v="323" actId="255"/>
        <pc:sldMkLst>
          <pc:docMk/>
          <pc:sldMk cId="2801161434" sldId="259"/>
        </pc:sldMkLst>
        <pc:spChg chg="mod">
          <ac:chgData name="Iviwe Hlatana" userId="78549685e50325e4" providerId="LiveId" clId="{F9C599BC-B6F3-416D-9FDE-A0D3BD37E5FC}" dt="2025-09-29T11:43:57.375" v="312" actId="122"/>
          <ac:spMkLst>
            <pc:docMk/>
            <pc:sldMk cId="2801161434" sldId="259"/>
            <ac:spMk id="2" creationId="{CB0B8889-40F9-5F0B-EEE8-A05E96498EB6}"/>
          </ac:spMkLst>
        </pc:spChg>
        <pc:spChg chg="mod">
          <ac:chgData name="Iviwe Hlatana" userId="78549685e50325e4" providerId="LiveId" clId="{F9C599BC-B6F3-416D-9FDE-A0D3BD37E5FC}" dt="2025-09-29T11:46:25.713" v="323" actId="255"/>
          <ac:spMkLst>
            <pc:docMk/>
            <pc:sldMk cId="2801161434" sldId="259"/>
            <ac:spMk id="3" creationId="{4FEF9DF0-11A6-ECAB-EBC9-DFDA852BDD67}"/>
          </ac:spMkLst>
        </pc:spChg>
        <pc:spChg chg="del">
          <ac:chgData name="Iviwe Hlatana" userId="78549685e50325e4" providerId="LiveId" clId="{F9C599BC-B6F3-416D-9FDE-A0D3BD37E5FC}" dt="2025-09-29T11:44:15.792" v="314" actId="931"/>
          <ac:spMkLst>
            <pc:docMk/>
            <pc:sldMk cId="2801161434" sldId="259"/>
            <ac:spMk id="4" creationId="{561ED3CE-1690-FFA3-A5F2-68E4D4B1C3A7}"/>
          </ac:spMkLst>
        </pc:spChg>
        <pc:picChg chg="add mod">
          <ac:chgData name="Iviwe Hlatana" userId="78549685e50325e4" providerId="LiveId" clId="{F9C599BC-B6F3-416D-9FDE-A0D3BD37E5FC}" dt="2025-09-29T11:45:18.013" v="322" actId="14100"/>
          <ac:picMkLst>
            <pc:docMk/>
            <pc:sldMk cId="2801161434" sldId="259"/>
            <ac:picMk id="6" creationId="{3A964DC2-4DFE-770E-796B-4229B96A5E5A}"/>
          </ac:picMkLst>
        </pc:picChg>
      </pc:sldChg>
      <pc:sldChg chg="addSp delSp modSp new mod">
        <pc:chgData name="Iviwe Hlatana" userId="78549685e50325e4" providerId="LiveId" clId="{F9C599BC-B6F3-416D-9FDE-A0D3BD37E5FC}" dt="2025-09-29T12:29:57.144" v="571" actId="12"/>
        <pc:sldMkLst>
          <pc:docMk/>
          <pc:sldMk cId="1478592240" sldId="260"/>
        </pc:sldMkLst>
        <pc:spChg chg="mod">
          <ac:chgData name="Iviwe Hlatana" userId="78549685e50325e4" providerId="LiveId" clId="{F9C599BC-B6F3-416D-9FDE-A0D3BD37E5FC}" dt="2025-09-29T12:10:01.430" v="379" actId="20577"/>
          <ac:spMkLst>
            <pc:docMk/>
            <pc:sldMk cId="1478592240" sldId="260"/>
            <ac:spMk id="2" creationId="{52AC9A2A-6F03-7732-1755-6FE37D85F973}"/>
          </ac:spMkLst>
        </pc:spChg>
        <pc:spChg chg="add del mod">
          <ac:chgData name="Iviwe Hlatana" userId="78549685e50325e4" providerId="LiveId" clId="{F9C599BC-B6F3-416D-9FDE-A0D3BD37E5FC}" dt="2025-09-29T12:29:57.144" v="571" actId="12"/>
          <ac:spMkLst>
            <pc:docMk/>
            <pc:sldMk cId="1478592240" sldId="260"/>
            <ac:spMk id="3" creationId="{82054ABE-D927-71CA-9E63-80BF98BBE5B1}"/>
          </ac:spMkLst>
        </pc:spChg>
        <pc:spChg chg="del">
          <ac:chgData name="Iviwe Hlatana" userId="78549685e50325e4" providerId="LiveId" clId="{F9C599BC-B6F3-416D-9FDE-A0D3BD37E5FC}" dt="2025-09-29T12:14:41.890" v="566" actId="931"/>
          <ac:spMkLst>
            <pc:docMk/>
            <pc:sldMk cId="1478592240" sldId="260"/>
            <ac:spMk id="4" creationId="{E93FB894-8856-EE45-E413-D7ECB0DAC812}"/>
          </ac:spMkLst>
        </pc:spChg>
        <pc:spChg chg="add mod">
          <ac:chgData name="Iviwe Hlatana" userId="78549685e50325e4" providerId="LiveId" clId="{F9C599BC-B6F3-416D-9FDE-A0D3BD37E5FC}" dt="2025-09-29T12:10:46.796" v="385"/>
          <ac:spMkLst>
            <pc:docMk/>
            <pc:sldMk cId="1478592240" sldId="260"/>
            <ac:spMk id="5" creationId="{54CD5402-E7A5-2FD2-AEB0-1425A1DDC8FE}"/>
          </ac:spMkLst>
        </pc:spChg>
        <pc:picChg chg="add mod">
          <ac:chgData name="Iviwe Hlatana" userId="78549685e50325e4" providerId="LiveId" clId="{F9C599BC-B6F3-416D-9FDE-A0D3BD37E5FC}" dt="2025-09-29T12:14:45.409" v="568" actId="962"/>
          <ac:picMkLst>
            <pc:docMk/>
            <pc:sldMk cId="1478592240" sldId="260"/>
            <ac:picMk id="7" creationId="{9ED6072F-83DE-EF32-2D28-F5E33F7AD8DD}"/>
          </ac:picMkLst>
        </pc:picChg>
      </pc:sldChg>
      <pc:sldChg chg="addSp delSp modSp add del mod">
        <pc:chgData name="Iviwe Hlatana" userId="78549685e50325e4" providerId="LiveId" clId="{F9C599BC-B6F3-416D-9FDE-A0D3BD37E5FC}" dt="2025-09-29T11:58:44.728" v="334" actId="2696"/>
        <pc:sldMkLst>
          <pc:docMk/>
          <pc:sldMk cId="3694339869" sldId="260"/>
        </pc:sldMkLst>
        <pc:spChg chg="mod">
          <ac:chgData name="Iviwe Hlatana" userId="78549685e50325e4" providerId="LiveId" clId="{F9C599BC-B6F3-416D-9FDE-A0D3BD37E5FC}" dt="2025-09-29T11:55:32.904" v="327"/>
          <ac:spMkLst>
            <pc:docMk/>
            <pc:sldMk cId="3694339869" sldId="260"/>
            <ac:spMk id="2" creationId="{5C3846E8-40F5-4FDE-3824-6B3B6CC81EF3}"/>
          </ac:spMkLst>
        </pc:spChg>
        <pc:spChg chg="del mod">
          <ac:chgData name="Iviwe Hlatana" userId="78549685e50325e4" providerId="LiveId" clId="{F9C599BC-B6F3-416D-9FDE-A0D3BD37E5FC}" dt="2025-09-29T11:56:22.463" v="330"/>
          <ac:spMkLst>
            <pc:docMk/>
            <pc:sldMk cId="3694339869" sldId="260"/>
            <ac:spMk id="3" creationId="{5654BE51-E112-7198-7323-C173ABA34B3F}"/>
          </ac:spMkLst>
        </pc:spChg>
        <pc:spChg chg="add">
          <ac:chgData name="Iviwe Hlatana" userId="78549685e50325e4" providerId="LiveId" clId="{F9C599BC-B6F3-416D-9FDE-A0D3BD37E5FC}" dt="2025-09-29T11:55:52.897" v="328"/>
          <ac:spMkLst>
            <pc:docMk/>
            <pc:sldMk cId="3694339869" sldId="260"/>
            <ac:spMk id="4" creationId="{B28ED4B8-D179-AA48-B7CC-6050C4E2A068}"/>
          </ac:spMkLst>
        </pc:spChg>
        <pc:spChg chg="add mod">
          <ac:chgData name="Iviwe Hlatana" userId="78549685e50325e4" providerId="LiveId" clId="{F9C599BC-B6F3-416D-9FDE-A0D3BD37E5FC}" dt="2025-09-29T11:58:20.127" v="333" actId="14100"/>
          <ac:spMkLst>
            <pc:docMk/>
            <pc:sldMk cId="3694339869" sldId="260"/>
            <ac:spMk id="5" creationId="{ECA5E7D7-F4DE-1ADB-7FA5-35EE6EF405E3}"/>
          </ac:spMkLst>
        </pc:spChg>
      </pc:sldChg>
      <pc:sldChg chg="addSp delSp modSp new mod">
        <pc:chgData name="Iviwe Hlatana" userId="78549685e50325e4" providerId="LiveId" clId="{F9C599BC-B6F3-416D-9FDE-A0D3BD37E5FC}" dt="2025-09-29T13:30:45.592" v="896" actId="122"/>
        <pc:sldMkLst>
          <pc:docMk/>
          <pc:sldMk cId="2835252461" sldId="261"/>
        </pc:sldMkLst>
        <pc:spChg chg="mod">
          <ac:chgData name="Iviwe Hlatana" userId="78549685e50325e4" providerId="LiveId" clId="{F9C599BC-B6F3-416D-9FDE-A0D3BD37E5FC}" dt="2025-09-29T13:30:45.592" v="896" actId="122"/>
          <ac:spMkLst>
            <pc:docMk/>
            <pc:sldMk cId="2835252461" sldId="261"/>
            <ac:spMk id="2" creationId="{E5795AB5-1136-7F22-6366-97CD1E69D7F1}"/>
          </ac:spMkLst>
        </pc:spChg>
        <pc:spChg chg="del">
          <ac:chgData name="Iviwe Hlatana" userId="78549685e50325e4" providerId="LiveId" clId="{F9C599BC-B6F3-416D-9FDE-A0D3BD37E5FC}" dt="2025-09-29T13:24:39.661" v="603"/>
          <ac:spMkLst>
            <pc:docMk/>
            <pc:sldMk cId="2835252461" sldId="261"/>
            <ac:spMk id="3" creationId="{064DF7C0-41BD-5D93-7F60-B2AD32B7B1DE}"/>
          </ac:spMkLst>
        </pc:spChg>
        <pc:spChg chg="mod">
          <ac:chgData name="Iviwe Hlatana" userId="78549685e50325e4" providerId="LiveId" clId="{F9C599BC-B6F3-416D-9FDE-A0D3BD37E5FC}" dt="2025-09-29T13:30:09.377" v="895" actId="3062"/>
          <ac:spMkLst>
            <pc:docMk/>
            <pc:sldMk cId="2835252461" sldId="261"/>
            <ac:spMk id="4" creationId="{FC1C7EF5-A423-D61B-4EDB-B04EAAB1CF50}"/>
          </ac:spMkLst>
        </pc:spChg>
        <pc:spChg chg="add del mod">
          <ac:chgData name="Iviwe Hlatana" userId="78549685e50325e4" providerId="LiveId" clId="{F9C599BC-B6F3-416D-9FDE-A0D3BD37E5FC}" dt="2025-09-29T13:26:11.131" v="659"/>
          <ac:spMkLst>
            <pc:docMk/>
            <pc:sldMk cId="2835252461" sldId="261"/>
            <ac:spMk id="5" creationId="{AA5AA76B-6480-8F77-E076-49A00F8C422C}"/>
          </ac:spMkLst>
        </pc:spChg>
        <pc:spChg chg="add del mod">
          <ac:chgData name="Iviwe Hlatana" userId="78549685e50325e4" providerId="LiveId" clId="{F9C599BC-B6F3-416D-9FDE-A0D3BD37E5FC}" dt="2025-09-29T13:27:53.540" v="874" actId="931"/>
          <ac:spMkLst>
            <pc:docMk/>
            <pc:sldMk cId="2835252461" sldId="261"/>
            <ac:spMk id="6" creationId="{E15168E4-650F-4372-ABD1-F2C412F1F901}"/>
          </ac:spMkLst>
        </pc:spChg>
        <pc:picChg chg="add mod">
          <ac:chgData name="Iviwe Hlatana" userId="78549685e50325e4" providerId="LiveId" clId="{F9C599BC-B6F3-416D-9FDE-A0D3BD37E5FC}" dt="2025-09-29T13:28:07.399" v="878" actId="14100"/>
          <ac:picMkLst>
            <pc:docMk/>
            <pc:sldMk cId="2835252461" sldId="261"/>
            <ac:picMk id="8" creationId="{C90594FC-A7C8-E6BB-7F5C-48C64EF19498}"/>
          </ac:picMkLst>
        </pc:picChg>
      </pc:sldChg>
      <pc:sldChg chg="addSp delSp modSp new mod">
        <pc:chgData name="Iviwe Hlatana" userId="78549685e50325e4" providerId="LiveId" clId="{F9C599BC-B6F3-416D-9FDE-A0D3BD37E5FC}" dt="2025-09-29T13:34:23.394" v="1104" actId="3062"/>
        <pc:sldMkLst>
          <pc:docMk/>
          <pc:sldMk cId="1506485180" sldId="262"/>
        </pc:sldMkLst>
        <pc:spChg chg="mod">
          <ac:chgData name="Iviwe Hlatana" userId="78549685e50325e4" providerId="LiveId" clId="{F9C599BC-B6F3-416D-9FDE-A0D3BD37E5FC}" dt="2025-09-29T13:31:49.862" v="918" actId="122"/>
          <ac:spMkLst>
            <pc:docMk/>
            <pc:sldMk cId="1506485180" sldId="262"/>
            <ac:spMk id="2" creationId="{00CD0BD2-36FB-8DEC-93D4-EB06A2480B43}"/>
          </ac:spMkLst>
        </pc:spChg>
        <pc:spChg chg="add del mod">
          <ac:chgData name="Iviwe Hlatana" userId="78549685e50325e4" providerId="LiveId" clId="{F9C599BC-B6F3-416D-9FDE-A0D3BD37E5FC}" dt="2025-09-29T13:34:23.394" v="1104" actId="3062"/>
          <ac:spMkLst>
            <pc:docMk/>
            <pc:sldMk cId="1506485180" sldId="262"/>
            <ac:spMk id="3" creationId="{BE01DA39-B656-46C0-846B-6ADD515E0357}"/>
          </ac:spMkLst>
        </pc:spChg>
        <pc:spChg chg="add mod">
          <ac:chgData name="Iviwe Hlatana" userId="78549685e50325e4" providerId="LiveId" clId="{F9C599BC-B6F3-416D-9FDE-A0D3BD37E5FC}" dt="2025-09-29T13:32:31.535" v="924"/>
          <ac:spMkLst>
            <pc:docMk/>
            <pc:sldMk cId="1506485180" sldId="262"/>
            <ac:spMk id="4" creationId="{4A99146C-9E1E-ED07-6445-035D3B45D235}"/>
          </ac:spMkLst>
        </pc:spChg>
      </pc:sldChg>
      <pc:sldChg chg="modSp new mod">
        <pc:chgData name="Iviwe Hlatana" userId="78549685e50325e4" providerId="LiveId" clId="{F9C599BC-B6F3-416D-9FDE-A0D3BD37E5FC}" dt="2025-09-29T13:37:23.526" v="1112" actId="3062"/>
        <pc:sldMkLst>
          <pc:docMk/>
          <pc:sldMk cId="3426281892" sldId="263"/>
        </pc:sldMkLst>
        <pc:spChg chg="mod">
          <ac:chgData name="Iviwe Hlatana" userId="78549685e50325e4" providerId="LiveId" clId="{F9C599BC-B6F3-416D-9FDE-A0D3BD37E5FC}" dt="2025-09-29T13:35:00.714" v="1108" actId="122"/>
          <ac:spMkLst>
            <pc:docMk/>
            <pc:sldMk cId="3426281892" sldId="263"/>
            <ac:spMk id="2" creationId="{CF9337BB-5D22-7F1F-B29A-23B4734BCE53}"/>
          </ac:spMkLst>
        </pc:spChg>
        <pc:spChg chg="mod">
          <ac:chgData name="Iviwe Hlatana" userId="78549685e50325e4" providerId="LiveId" clId="{F9C599BC-B6F3-416D-9FDE-A0D3BD37E5FC}" dt="2025-09-29T13:37:23.526" v="1112" actId="3062"/>
          <ac:spMkLst>
            <pc:docMk/>
            <pc:sldMk cId="3426281892" sldId="263"/>
            <ac:spMk id="3" creationId="{65AE1BE8-0B3F-CCE4-1676-A5F6E923B493}"/>
          </ac:spMkLst>
        </pc:spChg>
      </pc:sldChg>
      <pc:sldChg chg="modSp new mod">
        <pc:chgData name="Iviwe Hlatana" userId="78549685e50325e4" providerId="LiveId" clId="{F9C599BC-B6F3-416D-9FDE-A0D3BD37E5FC}" dt="2025-09-29T13:41:23.340" v="1130" actId="3062"/>
        <pc:sldMkLst>
          <pc:docMk/>
          <pc:sldMk cId="326756157" sldId="264"/>
        </pc:sldMkLst>
        <pc:spChg chg="mod">
          <ac:chgData name="Iviwe Hlatana" userId="78549685e50325e4" providerId="LiveId" clId="{F9C599BC-B6F3-416D-9FDE-A0D3BD37E5FC}" dt="2025-09-29T13:41:07.417" v="1128" actId="3062"/>
          <ac:spMkLst>
            <pc:docMk/>
            <pc:sldMk cId="326756157" sldId="264"/>
            <ac:spMk id="2" creationId="{BA6C93DE-AC4C-0DB2-D686-6EC0A620609D}"/>
          </ac:spMkLst>
        </pc:spChg>
        <pc:spChg chg="mod">
          <ac:chgData name="Iviwe Hlatana" userId="78549685e50325e4" providerId="LiveId" clId="{F9C599BC-B6F3-416D-9FDE-A0D3BD37E5FC}" dt="2025-09-29T13:41:23.340" v="1130" actId="3062"/>
          <ac:spMkLst>
            <pc:docMk/>
            <pc:sldMk cId="326756157" sldId="264"/>
            <ac:spMk id="3" creationId="{687C3108-72FB-BFD5-CE6A-0770F5E8DA9D}"/>
          </ac:spMkLst>
        </pc:spChg>
      </pc:sldChg>
      <pc:sldChg chg="modSp new mod">
        <pc:chgData name="Iviwe Hlatana" userId="78549685e50325e4" providerId="LiveId" clId="{F9C599BC-B6F3-416D-9FDE-A0D3BD37E5FC}" dt="2025-09-29T13:44:18.878" v="1148" actId="122"/>
        <pc:sldMkLst>
          <pc:docMk/>
          <pc:sldMk cId="2113733051" sldId="265"/>
        </pc:sldMkLst>
        <pc:spChg chg="mod">
          <ac:chgData name="Iviwe Hlatana" userId="78549685e50325e4" providerId="LiveId" clId="{F9C599BC-B6F3-416D-9FDE-A0D3BD37E5FC}" dt="2025-09-29T13:44:18.878" v="1148" actId="122"/>
          <ac:spMkLst>
            <pc:docMk/>
            <pc:sldMk cId="2113733051" sldId="265"/>
            <ac:spMk id="2" creationId="{F2EDBE8F-C0FC-2742-7E2E-3C2F34F713E4}"/>
          </ac:spMkLst>
        </pc:spChg>
        <pc:spChg chg="mod">
          <ac:chgData name="Iviwe Hlatana" userId="78549685e50325e4" providerId="LiveId" clId="{F9C599BC-B6F3-416D-9FDE-A0D3BD37E5FC}" dt="2025-09-29T13:43:55.770" v="1146" actId="3062"/>
          <ac:spMkLst>
            <pc:docMk/>
            <pc:sldMk cId="2113733051" sldId="265"/>
            <ac:spMk id="3" creationId="{1C6F59EE-5912-9425-3EBE-ACB7C98D1E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54D26-55DC-4692-AB38-1D3EC07C4C56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27E8C-0B84-4883-A376-1B78BEA649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750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27E8C-0B84-4883-A376-1B78BEA649FC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204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817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436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652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587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141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972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205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570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453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502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5906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119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4018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651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3154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4234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731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3BAE6-B207-4D87-9E00-364F7B252A4B}" type="datetimeFigureOut">
              <a:rPr lang="en-ZA" smtClean="0"/>
              <a:t>2025/09/29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B8E55-1FF0-4FF0-8062-09607557F4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7844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drive/12OuvBJuRwzkc_bNAX-RP4qFCi6w5ZnDc#scrollTo=JIGFSUJVQdMO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95140B-9736-47E4-9A7D-ABB32F3AA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496C6C-A85F-426B-9ED1-3444166C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44F4-C666-6B8E-784E-92DE295C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3" y="821265"/>
            <a:ext cx="6098705" cy="52221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Bias Analysis of the COMPAS Dataset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0EF22F-5D3C-4240-8C32-1B20803E5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97108" y="1923563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D912EF34-0253-41FD-9940-D8FBB7DE7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7545075" y="2187578"/>
            <a:ext cx="6857999" cy="2482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39FE-9B72-D570-FCF7-2DA66B529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3028" y="821265"/>
            <a:ext cx="3265713" cy="52221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Presented to you by: Cyber Ninjas</a:t>
            </a:r>
          </a:p>
          <a:p>
            <a:pPr marL="0" indent="0">
              <a:buNone/>
            </a:pPr>
            <a:r>
              <a:rPr lang="en-US" sz="2000" dirty="0"/>
              <a:t>Bias Audit Report </a:t>
            </a:r>
          </a:p>
          <a:p>
            <a:pPr marL="0" indent="0">
              <a:buNone/>
            </a:pPr>
            <a:r>
              <a:rPr lang="en-US" sz="2000" dirty="0"/>
              <a:t>LINK:</a:t>
            </a:r>
            <a:r>
              <a:rPr lang="en-ZA" sz="2000" dirty="0" err="1">
                <a:hlinkClick r:id="rId5"/>
              </a:rPr>
              <a:t>auditReport.ipynb</a:t>
            </a:r>
            <a:r>
              <a:rPr lang="en-ZA" sz="2000" dirty="0">
                <a:hlinkClick r:id="rId5"/>
              </a:rPr>
              <a:t> - </a:t>
            </a:r>
            <a:r>
              <a:rPr lang="en-ZA" sz="2000" dirty="0" err="1">
                <a:hlinkClick r:id="rId5"/>
              </a:rPr>
              <a:t>Colab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6835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8CFD-8FBD-CC13-42FD-E397B028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D449-3C6D-C384-46E4-B1684179F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BIAS PATTERNS DISCOVERED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MITIGATIONS STRATEGIES IMPLEMENTED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REAL WORLD IMPLICATIONS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RECOMMENDATIONS FOR STAKEHOLDERS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Z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525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BE8F-C0FC-2742-7E2E-3C2F34F7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KEY POINTS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59EE-5912-9425-3EBE-ACB7C98D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COMPAS (Correctional Offender Management Profiling for Alternative Sanctions) used nationwide to assess defendant's recidivism risk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ProPublica's 2016 investigation found significant racial bias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Black defendants were: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More likely to be falsely labeled high-risk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Less likely to be falsely labeled low-risk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Real-world impact: Affects bail decisions, sentencing, and lives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1373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8889-40F9-5F0B-EEE8-A05E9649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KEY BIAS PATTERNS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9DF0-11A6-ECAB-EBC9-DFDA852BDD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African-American defendants are overrepresented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Slightly higher actual recidivism rate for African-Americans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Baseline for fairness evaluation</a:t>
            </a:r>
          </a:p>
          <a:p>
            <a:endParaRPr lang="en-ZA" dirty="0"/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3A964DC2-4DFE-770E-796B-4229B96A5E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194560"/>
            <a:ext cx="5449529" cy="3749040"/>
          </a:xfrm>
        </p:spPr>
      </p:pic>
    </p:spTree>
    <p:extLst>
      <p:ext uri="{BB962C8B-B14F-4D97-AF65-F5344CB8AC3E}">
        <p14:creationId xmlns:p14="http://schemas.microsoft.com/office/powerpoint/2010/main" val="280116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9A2A-6F03-7732-1755-6FE37D85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r>
              <a:rPr lang="en-US" dirty="0"/>
              <a:t>KEY BIAS PATTERNS: ERROR RATE DISPARITIES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54ABE-D927-71CA-9E63-80BF98BBE5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FALSE DISCOVERY RATE(FDR)HIGHER FOR BLACK DEFENDANTS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INDICATES MORE FALSE HIGH-RISK PREDICTIONS FOR AFRICAN-AMERICANS.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HIGHLIGHTS DISPARITIES IN PREDICTIVE ERRORS</a:t>
            </a:r>
            <a:endParaRPr lang="en-Z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A graph of a bar chart&#10;&#10;AI-generated content may be incorrect.">
            <a:extLst>
              <a:ext uri="{FF2B5EF4-FFF2-40B4-BE49-F238E27FC236}">
                <a16:creationId xmlns:a16="http://schemas.microsoft.com/office/drawing/2014/main" id="{9ED6072F-83DE-EF32-2D28-F5E33F7AD8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843" y="2193925"/>
            <a:ext cx="5302713" cy="4024313"/>
          </a:xfrm>
        </p:spPr>
      </p:pic>
    </p:spTree>
    <p:extLst>
      <p:ext uri="{BB962C8B-B14F-4D97-AF65-F5344CB8AC3E}">
        <p14:creationId xmlns:p14="http://schemas.microsoft.com/office/powerpoint/2010/main" val="147859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5AB5-1136-7F22-6366-97CD1E69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Bias mitigation techniques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C7EF5-A423-D61B-4EDB-B04EAAB1CF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PRE-PROCESSING: REWEIGHING TRAINING DATA.</a:t>
            </a:r>
            <a:r>
              <a:rPr lang="en-US" sz="2400" dirty="0"/>
              <a:t>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0.625 -0.164 -0.087 0.073 2 </a:t>
            </a:r>
            <a:endParaRPr lang="en-Z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ZA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POST-PROCESSING: EQUALIZED ODDS ADJUSTMENT.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0.590 -0.020 0.003 0.121</a:t>
            </a:r>
            <a:endParaRPr lang="en-Z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ZA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BOTH REDUCE BIAS; MINIMAL ACCURACY TRADE-OFF</a:t>
            </a:r>
          </a:p>
        </p:txBody>
      </p:sp>
      <p:pic>
        <p:nvPicPr>
          <p:cNvPr id="8" name="Content Placeholder 7" descr="A graph with blue and pink squares&#10;&#10;AI-generated content may be incorrect.">
            <a:extLst>
              <a:ext uri="{FF2B5EF4-FFF2-40B4-BE49-F238E27FC236}">
                <a16:creationId xmlns:a16="http://schemas.microsoft.com/office/drawing/2014/main" id="{C90594FC-A7C8-E6BB-7F5C-48C64EF194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2057402"/>
            <a:ext cx="5184775" cy="38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25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0BD2-36FB-8DEC-93D4-EB06A248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IMPACT OF BIAS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1DA39-B656-46C0-846B-6ADD515E0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LOSS OF LIBERTY DUE TO BIASED RISK SCORES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SELF-FULFILLING PROPHECY AFFECTING EMPLOYMENT &amp; HOUSING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EROSION OF TRUST IN THE JUSTICE SYSTEM</a:t>
            </a:r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RISK OF OVER-RELIANCE ON ALGORITHMS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648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37BB-5D22-7F1F-B29A-23B4734B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ZA" dirty="0"/>
              <a:t>Recommendations / Ethics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1BE8-0B3F-CCE4-1676-A5F6E923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Five Principles for Ethical Deployment: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Justice &amp; Fairness - Mandatory pre-deployment audits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Transparency &amp; Explainability - Understandable score explanations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Human Oversight - Algorithms as support tools, not decision-makers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Proportionality - Restrict use to appropriate contexts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Remediation - Accessible challenge processes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628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3DE-AC4C-0DB2-D686-6EC0A620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1" y="764373"/>
            <a:ext cx="10695039" cy="1293028"/>
          </a:xfrm>
        </p:spPr>
        <p:txBody>
          <a:bodyPr/>
          <a:lstStyle/>
          <a:p>
            <a:pPr algn="ctr"/>
            <a:r>
              <a:rPr lang="en-US" cap="none" dirty="0"/>
              <a:t>CONCLUSION</a:t>
            </a:r>
            <a:endParaRPr lang="en-ZA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3108-72FB-BFD5-CE6A-0770F5E8D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Bias is Quantifiable - We can measure algorithmic discrimination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Mitigation is Possible - Technical solutions exist but have limits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Trade-offs are Real - Fairness often comes at accuracy cost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Technical + Structural - Need both algorithmic and systemic solutions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Ongoing Process - Fairness requires continuous monitoring and improvement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75615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D22D37E98F684C97A8008C17469DFA" ma:contentTypeVersion="10" ma:contentTypeDescription="Create a new document." ma:contentTypeScope="" ma:versionID="ee8c0e2f39f538d46dd9cf38eb000cff">
  <xsd:schema xmlns:xsd="http://www.w3.org/2001/XMLSchema" xmlns:xs="http://www.w3.org/2001/XMLSchema" xmlns:p="http://schemas.microsoft.com/office/2006/metadata/properties" xmlns:ns2="e190c428-14cd-4363-8d02-e6303dae1658" targetNamespace="http://schemas.microsoft.com/office/2006/metadata/properties" ma:root="true" ma:fieldsID="68c5a77b69bd38747d6b975dd1c8de39" ns2:_="">
    <xsd:import namespace="e190c428-14cd-4363-8d02-e6303dae16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0c428-14cd-4363-8d02-e6303dae16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6b7f75-f62d-4b7a-b8a1-4b1a340ee1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90c428-14cd-4363-8d02-e6303dae165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AAFB0E-1934-40B5-95B7-49D78F1C0C8E}"/>
</file>

<file path=customXml/itemProps2.xml><?xml version="1.0" encoding="utf-8"?>
<ds:datastoreItem xmlns:ds="http://schemas.openxmlformats.org/officeDocument/2006/customXml" ds:itemID="{15B8C1E6-1C45-47E3-83BC-BA949BF109B3}"/>
</file>

<file path=customXml/itemProps3.xml><?xml version="1.0" encoding="utf-8"?>
<ds:datastoreItem xmlns:ds="http://schemas.openxmlformats.org/officeDocument/2006/customXml" ds:itemID="{27638709-15F0-42B9-9193-3C10E7B56DED}"/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141</TotalTime>
  <Words>300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Wingdings</vt:lpstr>
      <vt:lpstr>Vapor Trail</vt:lpstr>
      <vt:lpstr>Bias Analysis of the COMPAS Dataset</vt:lpstr>
      <vt:lpstr>Objectives</vt:lpstr>
      <vt:lpstr>KEY POINTS</vt:lpstr>
      <vt:lpstr>KEY BIAS PATTERNS</vt:lpstr>
      <vt:lpstr>KEY BIAS PATTERNS: ERROR RATE DISPARITIES</vt:lpstr>
      <vt:lpstr>Bias mitigation techniques</vt:lpstr>
      <vt:lpstr>IMPACT OF BIAS </vt:lpstr>
      <vt:lpstr>Recommendations / Ethics Framework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Iviwe Hlatana</dc:creator>
  <cp:lastModifiedBy>Iviwe Hlatana</cp:lastModifiedBy>
  <cp:revision>1</cp:revision>
  <dcterms:created xsi:type="dcterms:W3CDTF">2025-09-29T11:24:08Z</dcterms:created>
  <dcterms:modified xsi:type="dcterms:W3CDTF">2025-09-29T13:48:00Z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0x010100E9D22D37E98F684C97A8008C17469DFA</vt:lpwstr>
  </property>
</Properties>
</file>